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the team and the project title.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why surplus food needs a database.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MySQL is the required backend; Flask connects the web pages to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Delivery links Food, NGO and Beneficiary. All relationships are one-to-many.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One big table had repeated donor, NGO and beneficiary data. Transitive dependencies were removed to reach 3NF.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Foreign keys cascade, so deleting a food item also removes its deliveries.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website connects to MySQL as admin_user or normal_user, so MySQL itself enforces the privileges.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Show the trigger and procedure in Workbench. Stock drops automatically after a delivery.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Demo order: login as admin, search, add, edit, delete, create delivery, then login as user.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Thank the guide and invite questions.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DDEF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731520"/>
            <a:ext cx="8046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0B3C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Food Waste Management System</a:t>
            </a:r>
            <a:endParaRPr lang="en-US" sz="3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64592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F5F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DBMS Mini Project  |  Database Management Systems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651760"/>
            <a:ext cx="80467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800" dirty="0">
                <a:solidFill>
                  <a:srgbClr val="0B3C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Vinit Patil  -  Roll No. 14  -  PRN 1262252115</a:t>
            </a:r>
            <a:endParaRPr lang="en-US" sz="18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800" dirty="0">
                <a:solidFill>
                  <a:srgbClr val="0B3C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Siddhesh Patil  -  Roll No. 20  -  PRN 1262252207</a:t>
            </a:r>
            <a:endParaRPr lang="en-US" sz="18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800" dirty="0">
                <a:solidFill>
                  <a:srgbClr val="0B3C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Guide: Anuradha Nagare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4023360"/>
            <a:ext cx="8046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5F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 Vishwanath Karad MIT - World Peace University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5F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 of Computer Engineering and Technology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D6ECFA"/>
          </a:solidFill>
          <a:ln w="12700">
            <a:solidFill>
              <a:srgbClr val="D6ECF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77240"/>
            <a:ext cx="9144000" cy="45720"/>
          </a:xfrm>
          <a:prstGeom prst="rect">
            <a:avLst/>
          </a:prstGeom>
          <a:solidFill>
            <a:srgbClr val="4DA3DB"/>
          </a:solidFill>
          <a:ln w="12700">
            <a:solidFill>
              <a:srgbClr val="4DA3DB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914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3C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and Objectives</a:t>
            </a:r>
            <a:endParaRPr lang="en-US" sz="2600" dirty="0"/>
          </a:p>
        </p:txBody>
      </p:sp>
      <p:sp>
        <p:nvSpPr>
          <p:cNvPr id="6" name="Shape 3"/>
          <p:cNvSpPr/>
          <p:nvPr/>
        </p:nvSpPr>
        <p:spPr>
          <a:xfrm>
            <a:off x="457200" y="1051560"/>
            <a:ext cx="3931920" cy="3566160"/>
          </a:xfrm>
          <a:prstGeom prst="roundRect">
            <a:avLst>
              <a:gd name="adj" fmla="val 2051"/>
            </a:avLst>
          </a:prstGeom>
          <a:solidFill>
            <a:srgbClr val="EAF5FD"/>
          </a:solidFill>
          <a:ln w="12700">
            <a:solidFill>
              <a:srgbClr val="4DA3DB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594360" y="1124712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3C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594360" y="1508760"/>
            <a:ext cx="365760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 amounts of edible food are wasted by hotels, restaurants and households while many people need food. We need a system that connects donors with NGOs, tracks what is available, and tracks every delivery to beneficiaries.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4663440" y="1097280"/>
            <a:ext cx="402336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Normalised database up to 3NF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Integrity with keys, cascades, trigger and procedure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and Normal users using DCL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front end with validation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D6ECFA"/>
          </a:solidFill>
          <a:ln w="12700">
            <a:solidFill>
              <a:srgbClr val="D6ECF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77240"/>
            <a:ext cx="9144000" cy="45720"/>
          </a:xfrm>
          <a:prstGeom prst="rect">
            <a:avLst/>
          </a:prstGeom>
          <a:solidFill>
            <a:srgbClr val="4DA3DB"/>
          </a:solidFill>
          <a:ln w="12700">
            <a:solidFill>
              <a:srgbClr val="4DA3DB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914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3C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and Technologies</a:t>
            </a:r>
            <a:endParaRPr lang="en-US" sz="2600" dirty="0"/>
          </a:p>
        </p:txBody>
      </p:sp>
      <p:sp>
        <p:nvSpPr>
          <p:cNvPr id="6" name="Text 3"/>
          <p:cNvSpPr txBox="1"/>
          <p:nvPr/>
        </p:nvSpPr>
        <p:spPr>
          <a:xfrm>
            <a:off x="640080" y="1188720"/>
            <a:ext cx="786384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 8.4 - backend database</a:t>
            </a:r>
            <a:endParaRPr lang="en-US" sz="20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 Workbench - run and test SQL</a:t>
            </a:r>
            <a:endParaRPr lang="en-US" sz="20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3 + Flask - web application</a:t>
            </a:r>
            <a:endParaRPr lang="en-US" sz="20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mysql-connector-python - database driver</a:t>
            </a:r>
            <a:endParaRPr lang="en-US" sz="20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 and CSS - pages, forms, validation</a:t>
            </a:r>
            <a:endParaRPr lang="en-US" sz="20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- source code and SQL scripts</a:t>
            </a:r>
            <a:endParaRPr lang="en-US" sz="2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D6ECFA"/>
          </a:solidFill>
          <a:ln w="12700">
            <a:solidFill>
              <a:srgbClr val="D6ECF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77240"/>
            <a:ext cx="9144000" cy="45720"/>
          </a:xfrm>
          <a:prstGeom prst="rect">
            <a:avLst/>
          </a:prstGeom>
          <a:solidFill>
            <a:srgbClr val="4DA3DB"/>
          </a:solidFill>
          <a:ln w="12700">
            <a:solidFill>
              <a:srgbClr val="4DA3DB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914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3C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 Diagram</a:t>
            </a:r>
            <a:endParaRPr lang="en-US" sz="2600" dirty="0"/>
          </a:p>
        </p:txBody>
      </p:sp>
      <p:pic>
        <p:nvPicPr>
          <p:cNvPr id="6" name="Image 0" descr="/home/claude/report/img/er_blu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914400"/>
            <a:ext cx="4572000" cy="3895344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5212080" y="1280160"/>
            <a:ext cx="356616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entities: Donor, Food, NGO, Beneficiary, Delivery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one-to-many relationships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 holds the foreign keys of Food, NGO and Beneficiary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D6ECFA"/>
          </a:solidFill>
          <a:ln w="12700">
            <a:solidFill>
              <a:srgbClr val="D6ECF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77240"/>
            <a:ext cx="9144000" cy="45720"/>
          </a:xfrm>
          <a:prstGeom prst="rect">
            <a:avLst/>
          </a:prstGeom>
          <a:solidFill>
            <a:srgbClr val="4DA3DB"/>
          </a:solidFill>
          <a:ln w="12700">
            <a:solidFill>
              <a:srgbClr val="4DA3DB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914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3C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Normalization</a:t>
            </a:r>
            <a:endParaRPr lang="en-US" sz="2600" dirty="0"/>
          </a:p>
        </p:txBody>
      </p:sp>
      <p:sp>
        <p:nvSpPr>
          <p:cNvPr id="6" name="Shape 3"/>
          <p:cNvSpPr/>
          <p:nvPr/>
        </p:nvSpPr>
        <p:spPr>
          <a:xfrm>
            <a:off x="365760" y="1097280"/>
            <a:ext cx="1965960" cy="2103120"/>
          </a:xfrm>
          <a:prstGeom prst="roundRect">
            <a:avLst>
              <a:gd name="adj" fmla="val 3721"/>
            </a:avLst>
          </a:prstGeom>
          <a:solidFill>
            <a:srgbClr val="EAF5FD"/>
          </a:solidFill>
          <a:ln w="12700">
            <a:solidFill>
              <a:srgbClr val="4DA3DB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502920" y="1170432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3C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Rough design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502920" y="1554480"/>
            <a:ext cx="16916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table with all donor, food, NGO, beneficiary and delivery data. Heavy repetition and anomalies.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2514600" y="1097280"/>
            <a:ext cx="1965960" cy="2103120"/>
          </a:xfrm>
          <a:prstGeom prst="roundRect">
            <a:avLst>
              <a:gd name="adj" fmla="val 3721"/>
            </a:avLst>
          </a:prstGeom>
          <a:solidFill>
            <a:srgbClr val="EAF5FD"/>
          </a:solidFill>
          <a:ln w="12700">
            <a:solidFill>
              <a:srgbClr val="4DA3DB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2651760" y="1170432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3C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1NF</a:t>
            </a:r>
            <a:endParaRPr lang="en-US" sz="1500" dirty="0"/>
          </a:p>
        </p:txBody>
      </p:sp>
      <p:sp>
        <p:nvSpPr>
          <p:cNvPr id="11" name="Text 8"/>
          <p:cNvSpPr txBox="1"/>
          <p:nvPr/>
        </p:nvSpPr>
        <p:spPr>
          <a:xfrm>
            <a:off x="2651760" y="1554480"/>
            <a:ext cx="16916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values atomic, no repeating groups.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4663440" y="1097280"/>
            <a:ext cx="1965960" cy="2103120"/>
          </a:xfrm>
          <a:prstGeom prst="roundRect">
            <a:avLst>
              <a:gd name="adj" fmla="val 3721"/>
            </a:avLst>
          </a:prstGeom>
          <a:solidFill>
            <a:srgbClr val="EAF5FD"/>
          </a:solidFill>
          <a:ln w="12700">
            <a:solidFill>
              <a:srgbClr val="4DA3DB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4800600" y="1170432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3C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2NF</a:t>
            </a:r>
            <a:endParaRPr lang="en-US" sz="1500" dirty="0"/>
          </a:p>
        </p:txBody>
      </p:sp>
      <p:sp>
        <p:nvSpPr>
          <p:cNvPr id="14" name="Text 11"/>
          <p:cNvSpPr txBox="1"/>
          <p:nvPr/>
        </p:nvSpPr>
        <p:spPr>
          <a:xfrm>
            <a:off x="4800600" y="1554480"/>
            <a:ext cx="16916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Single-attribute key delivery_id, so no partial dependency.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6812280" y="1097280"/>
            <a:ext cx="1965960" cy="2103120"/>
          </a:xfrm>
          <a:prstGeom prst="roundRect">
            <a:avLst>
              <a:gd name="adj" fmla="val 3721"/>
            </a:avLst>
          </a:prstGeom>
          <a:solidFill>
            <a:srgbClr val="BFE0F5"/>
          </a:solidFill>
          <a:ln w="12700">
            <a:solidFill>
              <a:srgbClr val="4DA3DB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6949440" y="1170432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3C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3NF</a:t>
            </a:r>
            <a:endParaRPr lang="en-US" sz="1500" dirty="0"/>
          </a:p>
        </p:txBody>
      </p:sp>
      <p:sp>
        <p:nvSpPr>
          <p:cNvPr id="17" name="Text 14"/>
          <p:cNvSpPr txBox="1"/>
          <p:nvPr/>
        </p:nvSpPr>
        <p:spPr>
          <a:xfrm>
            <a:off x="6949440" y="1554480"/>
            <a:ext cx="16916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Transitive dependencies removed by splitting into 5 tables.</a:t>
            </a:r>
            <a:endParaRPr lang="en-US" sz="1200" dirty="0"/>
          </a:p>
        </p:txBody>
      </p:sp>
      <p:sp>
        <p:nvSpPr>
          <p:cNvPr id="18" name="Text 15"/>
          <p:cNvSpPr txBox="1"/>
          <p:nvPr/>
        </p:nvSpPr>
        <p:spPr>
          <a:xfrm>
            <a:off x="457200" y="35661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3C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Donor, Food, NGO, Beneficiary, Delivery. Every determinant is a candidate key.</a:t>
            </a:r>
            <a:endParaRPr lang="en-US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D6ECFA"/>
          </a:solidFill>
          <a:ln w="12700">
            <a:solidFill>
              <a:srgbClr val="D6ECF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77240"/>
            <a:ext cx="9144000" cy="45720"/>
          </a:xfrm>
          <a:prstGeom prst="rect">
            <a:avLst/>
          </a:prstGeom>
          <a:solidFill>
            <a:srgbClr val="4DA3DB"/>
          </a:solidFill>
          <a:ln w="12700">
            <a:solidFill>
              <a:srgbClr val="4DA3DB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914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3C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Schema and Constraints</a:t>
            </a:r>
            <a:endParaRPr lang="en-US" sz="2600" dirty="0"/>
          </a:p>
        </p:txBody>
      </p:sp>
      <p:pic>
        <p:nvPicPr>
          <p:cNvPr id="6" name="Image 0" descr="/home/claude/report/img/schema_blu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914400"/>
            <a:ext cx="4754880" cy="3712464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5212080" y="1188720"/>
            <a:ext cx="365760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keys with AUTO_INCREMENT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Foreign keys: ON DELETE CASCADE, ON UPDATE CASCADE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CHECK: food quantity &gt;= 0, delivery quantity &gt; 0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DEFAULT: status Available, delivery In Transit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NULL on all names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D6ECFA"/>
          </a:solidFill>
          <a:ln w="12700">
            <a:solidFill>
              <a:srgbClr val="D6ECF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77240"/>
            <a:ext cx="9144000" cy="45720"/>
          </a:xfrm>
          <a:prstGeom prst="rect">
            <a:avLst/>
          </a:prstGeom>
          <a:solidFill>
            <a:srgbClr val="4DA3DB"/>
          </a:solidFill>
          <a:ln w="12700">
            <a:solidFill>
              <a:srgbClr val="4DA3DB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914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3C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DCL: Admin and Normal Users</a:t>
            </a:r>
            <a:endParaRPr lang="en-US" sz="2600" dirty="0"/>
          </a:p>
        </p:txBody>
      </p:sp>
      <p:sp>
        <p:nvSpPr>
          <p:cNvPr id="6" name="Shape 3"/>
          <p:cNvSpPr/>
          <p:nvPr/>
        </p:nvSpPr>
        <p:spPr>
          <a:xfrm>
            <a:off x="365760" y="1005840"/>
            <a:ext cx="3840480" cy="1554480"/>
          </a:xfrm>
          <a:prstGeom prst="roundRect">
            <a:avLst>
              <a:gd name="adj" fmla="val 4706"/>
            </a:avLst>
          </a:prstGeom>
          <a:solidFill>
            <a:srgbClr val="EAF5FD"/>
          </a:solidFill>
          <a:ln w="12700">
            <a:solidFill>
              <a:srgbClr val="4DA3DB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502920" y="1078992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3C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admin_user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502920" y="1463040"/>
            <a:ext cx="3566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PRIVILEGES on the database: view, add, edit, delete.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365760" y="2743200"/>
            <a:ext cx="3840480" cy="1920240"/>
          </a:xfrm>
          <a:prstGeom prst="roundRect">
            <a:avLst>
              <a:gd name="adj" fmla="val 3810"/>
            </a:avLst>
          </a:prstGeom>
          <a:solidFill>
            <a:srgbClr val="EAF5FD"/>
          </a:solidFill>
          <a:ln w="12700">
            <a:solidFill>
              <a:srgbClr val="4DA3DB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502920" y="2816352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3C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normal_user</a:t>
            </a:r>
            <a:endParaRPr lang="en-US" sz="1500" dirty="0"/>
          </a:p>
        </p:txBody>
      </p:sp>
      <p:sp>
        <p:nvSpPr>
          <p:cNvPr id="11" name="Text 8"/>
          <p:cNvSpPr txBox="1"/>
          <p:nvPr/>
        </p:nvSpPr>
        <p:spPr>
          <a:xfrm>
            <a:off x="502920" y="3200400"/>
            <a:ext cx="35661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on all tables, INSERT on Food, EXECUTE on AddDelivery. UPDATE and DELETE are denied.</a:t>
            </a:r>
            <a:endParaRPr lang="en-US" sz="1400" dirty="0"/>
          </a:p>
        </p:txBody>
      </p:sp>
      <p:pic>
        <p:nvPicPr>
          <p:cNvPr id="12" name="Image 0" descr="/home/claude/report/img/dcl_deni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389120" y="1188720"/>
            <a:ext cx="4480560" cy="2377440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4389120" y="3611880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 refuses an UPDATE from normal_user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D6ECFA"/>
          </a:solidFill>
          <a:ln w="12700">
            <a:solidFill>
              <a:srgbClr val="D6ECF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77240"/>
            <a:ext cx="9144000" cy="45720"/>
          </a:xfrm>
          <a:prstGeom prst="rect">
            <a:avLst/>
          </a:prstGeom>
          <a:solidFill>
            <a:srgbClr val="4DA3DB"/>
          </a:solidFill>
          <a:ln w="12700">
            <a:solidFill>
              <a:srgbClr val="4DA3DB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914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3C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 and Stored Procedure</a:t>
            </a:r>
            <a:endParaRPr lang="en-US" sz="2600" dirty="0"/>
          </a:p>
        </p:txBody>
      </p:sp>
      <p:sp>
        <p:nvSpPr>
          <p:cNvPr id="6" name="Shape 3"/>
          <p:cNvSpPr/>
          <p:nvPr/>
        </p:nvSpPr>
        <p:spPr>
          <a:xfrm>
            <a:off x="365760" y="1005840"/>
            <a:ext cx="4114800" cy="3108960"/>
          </a:xfrm>
          <a:prstGeom prst="roundRect">
            <a:avLst>
              <a:gd name="adj" fmla="val 2353"/>
            </a:avLst>
          </a:prstGeom>
          <a:solidFill>
            <a:srgbClr val="EAF5FD"/>
          </a:solidFill>
          <a:ln w="12700">
            <a:solidFill>
              <a:srgbClr val="4DA3DB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502920" y="1078992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3C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 after_delivery_insert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502920" y="1463040"/>
            <a:ext cx="384048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502920" y="1508760"/>
            <a:ext cx="384048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AFTER INSERT ON Delivery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UPDATE Food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SET quantity =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quantity - NEW.quantity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WHERE food_id = NEW.food_id;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(also sets status to Delivered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when stock reaches 0)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4663440" y="1005840"/>
            <a:ext cx="4114800" cy="3108960"/>
          </a:xfrm>
          <a:prstGeom prst="roundRect">
            <a:avLst>
              <a:gd name="adj" fmla="val 2353"/>
            </a:avLst>
          </a:prstGeom>
          <a:solidFill>
            <a:srgbClr val="EAF5FD"/>
          </a:solidFill>
          <a:ln w="12700">
            <a:solidFill>
              <a:srgbClr val="4DA3DB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4800600" y="1078992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3C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Procedure AddDelivery</a:t>
            </a:r>
            <a:endParaRPr lang="en-US" sz="1500" dirty="0"/>
          </a:p>
        </p:txBody>
      </p:sp>
      <p:sp>
        <p:nvSpPr>
          <p:cNvPr id="12" name="Text 9"/>
          <p:cNvSpPr txBox="1"/>
          <p:nvPr/>
        </p:nvSpPr>
        <p:spPr>
          <a:xfrm>
            <a:off x="4800600" y="1463040"/>
            <a:ext cx="384048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endParaRPr lang="en-US" sz="1300" dirty="0"/>
          </a:p>
        </p:txBody>
      </p:sp>
      <p:sp>
        <p:nvSpPr>
          <p:cNvPr id="13" name="Text 10"/>
          <p:cNvSpPr txBox="1"/>
          <p:nvPr/>
        </p:nvSpPr>
        <p:spPr>
          <a:xfrm>
            <a:off x="4800600" y="1508760"/>
            <a:ext cx="384048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read stock from Food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food not found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-&gt; error "Food item not found"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ELSEIF qty &gt; stock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-&gt; error "Not enough stock"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ELSE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INSERT INTO Delivery ...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(trigger then reduces stock)</a:t>
            </a:r>
            <a:endParaRPr lang="en-US" sz="1100" dirty="0"/>
          </a:p>
        </p:txBody>
      </p:sp>
      <p:sp>
        <p:nvSpPr>
          <p:cNvPr id="14" name="Text 11"/>
          <p:cNvSpPr txBox="1"/>
          <p:nvPr/>
        </p:nvSpPr>
        <p:spPr>
          <a:xfrm>
            <a:off x="365760" y="429768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Simplified view; full code is in the report (Chapters 10 and 11).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D6ECFA"/>
          </a:solidFill>
          <a:ln w="12700">
            <a:solidFill>
              <a:srgbClr val="D6ECF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77240"/>
            <a:ext cx="9144000" cy="45720"/>
          </a:xfrm>
          <a:prstGeom prst="rect">
            <a:avLst/>
          </a:prstGeom>
          <a:solidFill>
            <a:srgbClr val="4DA3DB"/>
          </a:solidFill>
          <a:ln w="12700">
            <a:solidFill>
              <a:srgbClr val="4DA3DB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914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3C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 End and Validation</a:t>
            </a:r>
            <a:endParaRPr lang="en-US" sz="2600" dirty="0"/>
          </a:p>
        </p:txBody>
      </p:sp>
      <p:pic>
        <p:nvPicPr>
          <p:cNvPr id="6" name="Image 0" descr="/home/claude/report/img/admi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960120"/>
            <a:ext cx="4206240" cy="2231136"/>
          </a:xfrm>
          <a:prstGeom prst="rect">
            <a:avLst/>
          </a:prstGeom>
        </p:spPr>
      </p:pic>
      <p:pic>
        <p:nvPicPr>
          <p:cNvPr id="7" name="Image 1" descr="/home/claude/report/img/deliv_creat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3440" y="960120"/>
            <a:ext cx="4206240" cy="2231136"/>
          </a:xfrm>
          <a:prstGeom prst="rect">
            <a:avLst/>
          </a:prstGeom>
        </p:spPr>
      </p:pic>
      <p:sp>
        <p:nvSpPr>
          <p:cNvPr id="8" name="Text 3"/>
          <p:cNvSpPr txBox="1"/>
          <p:nvPr/>
        </p:nvSpPr>
        <p:spPr>
          <a:xfrm>
            <a:off x="457200" y="3383280"/>
            <a:ext cx="822960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Search, add, edit and delete food; create and track deliveries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Validation: required fields, quantity at least 1, expiry date not in the past, delete confirmation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Login: Admin sees Edit and Delete, Normal user does not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D6ECFA"/>
          </a:solidFill>
          <a:ln w="12700">
            <a:solidFill>
              <a:srgbClr val="D6ECF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77240"/>
            <a:ext cx="9144000" cy="45720"/>
          </a:xfrm>
          <a:prstGeom prst="rect">
            <a:avLst/>
          </a:prstGeom>
          <a:solidFill>
            <a:srgbClr val="4DA3DB"/>
          </a:solidFill>
          <a:ln w="12700">
            <a:solidFill>
              <a:srgbClr val="4DA3DB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914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3C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 and Future Scope</a:t>
            </a:r>
            <a:endParaRPr lang="en-US" sz="26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1097280"/>
            <a:ext cx="804672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normalised 5-table MySQL database with cascading keys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 and procedure keep stock correct inside the database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DCL privileges separate Admin and Normal users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Future: expiry alerts, nearest-NGO matching, donor registration, password hashing</a:t>
            </a:r>
            <a:endParaRPr lang="en-US" sz="17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365760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3C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Code: github.com/siddheshpatilnew/food-donation-dbms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411480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4DA3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2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Food Waste Management System</dc:title>
  <dc:subject>PptxGenJS Presentation</dc:subject>
  <dc:creator>PptxGenJS</dc:creator>
  <cp:lastModifiedBy>PptxGenJS</cp:lastModifiedBy>
  <cp:revision>1</cp:revision>
  <dcterms:created xsi:type="dcterms:W3CDTF">2026-10-23T22:46:33Z</dcterms:created>
  <dcterms:modified xsi:type="dcterms:W3CDTF">2026-10-23T22:46:33Z</dcterms:modified>
</cp:coreProperties>
</file>